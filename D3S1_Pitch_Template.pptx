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SESSION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Pitches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Role Assignment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39312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concept · Receive feedback · Lock in your direction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session runs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10 minutes total. The order has been drawn — refer to the schedule on the wall.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9144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81328"/>
            <a:ext cx="118872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824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9568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room through your component, problem, and proposed solution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560320"/>
            <a:ext cx="118872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614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035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and peers probe your assumptions, feasibility, and differentiation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412480" cy="9144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39312"/>
            <a:ext cx="118872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strength · one risk · one open question — from the facilitator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strong 5-minute pitch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051560"/>
            <a:ext cx="36576" cy="3840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who knows nothing about your component understand it in 30 seconds?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874520"/>
            <a:ext cx="36576" cy="3840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82880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claims grounded in what you found in Day 2 research?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697480"/>
            <a:ext cx="36576" cy="3840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6517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defined a clear target audience and a specific problem?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74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3520440"/>
            <a:ext cx="36576" cy="3840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34747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proposed direction buildable within the bootcamp?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97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77440" y="4343400"/>
            <a:ext cx="36576" cy="3840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42976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connect naturally to the Glasno o novcu campaign goals?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 — after the pitches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teams have pitched and received feedback, each team assigns four roles.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6908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0690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direction, final decisions, facilitates team meetings and presents to the room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06908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463040"/>
            <a:ext cx="4069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27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Creative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writing, visual concepts, messaging, and tone of voice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6908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063240"/>
            <a:ext cx="406908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digital execution — platform, quiz logic, tools, or 3D environment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06908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3063240"/>
            <a:ext cx="4069080" cy="4572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Research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630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research, user insights, competitive analysis, and impact measurement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PITCH TEMPLATE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text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team's pitch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Component  ·  Day 3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2–3 sentences: what is broken, missing, or failing for your target audience?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443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or observations support this? (From your Day 2 research)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00600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 most?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9443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person most affected — be specific about who they 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strong problem statement makes people nod. If it's too vague, sharpen it until it's undeniable.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discover that others have missed?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key insight: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your single most important insight here — the thing that changes how you think about the problem."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4124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8072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insight matters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insight unlock a better solution? What does it change about the approach?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27939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An insight is not a feature or a fact. It's a reframe. 'People avoid finance not from apathy, but from fear of feeling stupid' is an insight.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in one sentence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component clearly. What is it, what does it do, who is it for?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29718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852160" y="13716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or diagram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841248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487168"/>
            <a:ext cx="73152" cy="62179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786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 element 1 — what it is and why it matters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841248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236976"/>
            <a:ext cx="73152" cy="62179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 element 2 — what it is and why it matters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841248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986784"/>
            <a:ext cx="73152" cy="62179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07822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 element 3 — what it is and why it matters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TARGET AUDIENCE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 building this for?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3977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persona a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Occupation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914400"/>
            <a:ext cx="5715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102412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habits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389888"/>
            <a:ext cx="54406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daily digital life, platforms, and content consumption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1901952"/>
            <a:ext cx="5715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54406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their biggest frustration with personal finance right now?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2889504"/>
            <a:ext cx="5715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200400" y="299923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364992"/>
            <a:ext cx="54406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them engage with our component?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877056"/>
            <a:ext cx="5715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200400" y="398678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moment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352544"/>
            <a:ext cx="54406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 for this person?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SUCCESS LOOKS LIKE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it's working?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977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92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metric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938528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7548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999232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number of quiz completions, time on page, return visits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51760" cy="3977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1440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9692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metric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938528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1012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0128" y="2999232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38328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reach, engagement rate, influencer collaboration views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2651760" cy="3977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91440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9692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metric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44768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4768" y="1938528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4476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44768" y="2999232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21792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score improvement in quiz, reported confidence increase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· One strength · One risk · One open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· [Component]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Glasno o novcu – Team Pitch Template</dc:title>
  <dc:subject>PptxGenJS Presentation</dc:subject>
  <dc:creator>PptxGenJS</dc:creator>
  <cp:lastModifiedBy>PptxGenJS</cp:lastModifiedBy>
  <cp:revision>1</cp:revision>
  <dcterms:created xsi:type="dcterms:W3CDTF">2026-05-14T08:39:51Z</dcterms:created>
  <dcterms:modified xsi:type="dcterms:W3CDTF">2026-05-14T08:39:51Z</dcterms:modified>
</cp:coreProperties>
</file>