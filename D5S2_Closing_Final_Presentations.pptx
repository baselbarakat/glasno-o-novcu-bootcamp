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GLASNO O NOVCU BOOTCAMP · DAY 5 · SESSION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Presentations,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7490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session of the bootcamp — from prototype to plan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session runs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841248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1371600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612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7452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74520" y="14173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presents 10 minutes + 5 minutes Q&amp;A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841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965960"/>
            <a:ext cx="1371600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67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7452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summary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74520" y="24231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themes, standout ideas, unexpected cross-component synergies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8412480" cy="841248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971800"/>
            <a:ext cx="1371600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1729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3063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 workshop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74520" y="34290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maps next steps, milestones, and open questions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8412480" cy="841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977640"/>
            <a:ext cx="1371600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1788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745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reflection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74520" y="4434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learned · one thing to carry forward · message for the next cohort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RUBRIC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presentations are scored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and facilitator scoring — each criterion scored 1 to 5.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5029200"/>
                <a:gridCol w="1097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look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solution bring a fresh or unexpected angle?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solution realistic and buildable in the near term?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alignment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connect clearly to Glasno o novcu goals?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target user specific and well understood?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pitch clear, confident, and well-structured?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after this bootcamp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ideas built here need a path forward. Each team maps three horizons.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51760" cy="3383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463040"/>
            <a:ext cx="265176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5087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828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2 weeks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1488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3 most important actions to take right now?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2926080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3547872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4169664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463040"/>
            <a:ext cx="2651760" cy="3383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1463040"/>
            <a:ext cx="265176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15087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0128" y="1828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months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21488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milestones mark real progress toward a live component?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0128" y="2926080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0128" y="3547872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0128" y="4169664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463040"/>
            <a:ext cx="2651760" cy="3383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6035040" y="1463040"/>
            <a:ext cx="2651760" cy="59436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4" name="Text 22"/>
          <p:cNvSpPr/>
          <p:nvPr/>
        </p:nvSpPr>
        <p:spPr>
          <a:xfrm>
            <a:off x="6144768" y="15087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44768" y="1828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44768" y="21488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an answer before this can go live?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44768" y="2926080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4768" y="3547872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4768" y="4169664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ACTIVITY · 10 MINUTES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closing reflection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answers on the reflection card. These are yours — private unless you choose to share.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749808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7276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I learned this week that I did not know before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8412480" cy="7498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468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4963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skill or way of working I will carry into my next project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255264"/>
            <a:ext cx="8412480" cy="749808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3649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9242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I would do differently if I did this week again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151376"/>
            <a:ext cx="8412480" cy="7498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26110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28853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I would leave for the next cohort who walks into this room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GLASNO O NOVCU CAMPAIGN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together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components. One coherent campaign to make personal finance accessible to everyone.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100584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463040"/>
            <a:ext cx="41148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6420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66420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Glasno o novcu web platform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114800" cy="100584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1463040"/>
            <a:ext cx="41148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66420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166420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prize quiz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4114800" cy="100584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651760"/>
            <a:ext cx="41148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85292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85292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 development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651760"/>
            <a:ext cx="4114800" cy="100584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4709160" y="2651760"/>
            <a:ext cx="41148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285292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57800" y="285292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advertising campaign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4114800" cy="100584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3840480"/>
            <a:ext cx="41148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04164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404164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collaborations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3840480"/>
            <a:ext cx="4114800" cy="100584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27" name="Shape 25"/>
          <p:cNvSpPr/>
          <p:nvPr/>
        </p:nvSpPr>
        <p:spPr>
          <a:xfrm>
            <a:off x="4709160" y="3840480"/>
            <a:ext cx="41148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404164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57800" y="404164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design &amp; visualisation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came in as individuals.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as a campaign team.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Glasno o novcu · Bootcamp Closing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Glasno o novcu – Day 5 Session 2 Closing</dc:title>
  <dc:subject>PptxGenJS Presentation</dc:subject>
  <dc:creator>PptxGenJS</dc:creator>
  <cp:lastModifiedBy>PptxGenJS</cp:lastModifiedBy>
  <cp:revision>1</cp:revision>
  <dcterms:created xsi:type="dcterms:W3CDTF">2026-05-14T08:40:40Z</dcterms:created>
  <dcterms:modified xsi:type="dcterms:W3CDTF">2026-05-14T08:40:40Z</dcterms:modified>
</cp:coreProperties>
</file>