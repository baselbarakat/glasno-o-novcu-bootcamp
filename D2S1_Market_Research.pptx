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GLASNO O NOVCU BOOTCAMP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Market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Defining the Problem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research, competitive audit, audience mapping, and problem statements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literacy gap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can design a solution, we need to understand the landscape.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51760" cy="310896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46304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adults in Southeast Europe can correctly answer basic financial literacy questions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651760" cy="310896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146304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600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37560" y="26517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young people report never receiving any formal personal finance education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51760" cy="310896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46304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600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2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172200" y="26517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say they would not know where to look for reliable financial information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figures are indicative benchmarks for framing discussion — teams should verify against regional data.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— the benchmark landscape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what's already out there helps us identify the gaps our campaign can fill.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508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NerdWallet, Financially Mint, local banking education portals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15000" y="1554480"/>
            <a:ext cx="45720" cy="502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508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Often complex or region-specific; lacks local cultural context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23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infographics, TikTok money tips, YouTube explainers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2468880"/>
            <a:ext cx="45720" cy="502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2423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High reach but shallow depth; low retention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841248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37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3337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quiz apps, reward-based learning platforms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15000" y="3383280"/>
            <a:ext cx="45720" cy="502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33375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Engagement drops after novelty; lacks real-world connection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251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4251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creators on YouTube/Instagram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15000" y="4297680"/>
            <a:ext cx="45720" cy="502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42519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Trust-based, but credibility and accuracy varies widely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· 25 MINUTES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— competitive audit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analyses 2–3 existing platforms or campaigns in their component area.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819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 and who is the target audience?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048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 well? (be specific — UX, content, tone, reach)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68580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2278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3246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fall short or fail the user?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0507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069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Glasno o novcu do differently or better?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handout — one row per platform you review.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mapping — know your user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campaign is only as good as its understanding of the person it's trying to reach.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0241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463040"/>
            <a:ext cx="73152" cy="10241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9385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location, occupation, digital habits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114800" cy="10241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463040"/>
            <a:ext cx="73152" cy="10241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know?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0328" y="19385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financial literacy level, misconceptions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4114800" cy="10241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633472"/>
            <a:ext cx="73152" cy="10241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24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feel?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108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Anxious, curious, disengaged, overwhelmed?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633472"/>
            <a:ext cx="4114800" cy="10241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4709160" y="2633472"/>
            <a:ext cx="73152" cy="10241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2724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need?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0328" y="3108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language, trust, visual explanations, incentives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03904"/>
            <a:ext cx="4114800" cy="10241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803904"/>
            <a:ext cx="73152" cy="10241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8953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they?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42793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they use, content they consume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803904"/>
            <a:ext cx="4114800" cy="10241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4709160" y="3803904"/>
            <a:ext cx="73152" cy="10241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8" name="Text 26"/>
          <p:cNvSpPr/>
          <p:nvPr/>
        </p:nvSpPr>
        <p:spPr>
          <a:xfrm>
            <a:off x="4910328" y="38953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blocks them?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0328" y="42793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to engaging with financial content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"How might we" method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"How might we" (HMW) statement turns a problem observation into a design challenge — without prescribing a solution.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might we make personal finance content engaging enough for 18–25 year olds to return to it repeatedly?"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4114800" cy="19659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971800"/>
            <a:ext cx="4114800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992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HMW is…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enough to allow creative solutions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9044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enough to stay focused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37997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around the user's need, not the product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971800"/>
            <a:ext cx="4114800" cy="19659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2971800"/>
            <a:ext cx="411480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9992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Avoid…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broad: 'How might we improve finance?'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9044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narrow: 'How might we add a quiz button?'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437997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Solution-first: 'How might we build a platform that…'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for this session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Session 1, each team should have produced these three outputs: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08760"/>
            <a:ext cx="1005840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7335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1600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market brief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1965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your competitive audit — what exists, what's missing, what matters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24328"/>
            <a:ext cx="8229600" cy="9601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624328"/>
            <a:ext cx="1005840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889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00200" y="2715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persona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0815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named, specific portrait of your primary target user for your component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39896"/>
            <a:ext cx="8229600" cy="9601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739896"/>
            <a:ext cx="1005840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0448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00200" y="38313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might we" statement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419709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well-formed HMW statement that will guide your brainstorming in Session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handout provided to capture your work — bring it to Session 2.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&amp;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Mapping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Session 2 — This afternoon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Glasno o novcu – Day 2 Session 1</dc:title>
  <dc:subject>PptxGenJS Presentation</dc:subject>
  <dc:creator>PptxGenJS</dc:creator>
  <cp:lastModifiedBy>PptxGenJS</cp:lastModifiedBy>
  <cp:revision>1</cp:revision>
  <dcterms:created xsi:type="dcterms:W3CDTF">2026-05-14T08:38:34Z</dcterms:created>
  <dcterms:modified xsi:type="dcterms:W3CDTF">2026-05-14T08:38:34Z</dcterms:modified>
</cp:coreProperties>
</file>