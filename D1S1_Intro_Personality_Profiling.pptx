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1447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AE39F-B3A5-A73C-A84B-66432269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F9479-7E99-6FB3-6EE1-C5A3C7DC1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546BF-DC4D-1878-50A4-BE4360C09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83F40-C7AF-C5C6-C087-AE5ED9874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8067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15F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GLASNO O NOVCU BOOTCAMP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the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Glasno o novcu Bootcamp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35661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Session 1 — Introductions &amp; Personality Profiling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here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literacy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one of the most underdeveloped life skills in our region — and one of the most needed.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229600" cy="84124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73152" cy="84124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121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campaign that makes personal finance accessible, engaging, and real.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8229600" cy="84124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73152" cy="84124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58368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0815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"Glasno o novcu" — a hub for education, interactive tools, and community.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8229600" cy="84124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73152" cy="84124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58368" y="3703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bootcamp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to understand the problem, form teams, and build real campaign components.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SESSION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023360" cy="10058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103327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Self-introductions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shares their name, background, and one skill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4023360" cy="10058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892040" y="103327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bootcamp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77840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of the 5-day structure and project components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4023360" cy="10058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02920" y="22677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8872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 assessment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DISC-style test (approx. 15 minutes)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194560"/>
            <a:ext cx="4023360" cy="10058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892040" y="22677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7784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debrief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57784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maps profiles and opens group discussion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429000"/>
            <a:ext cx="4023360" cy="10058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02920" y="350215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188720" y="3520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profile wall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88720" y="3886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profile card stays up for the whole bootcamp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2-minute introduction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introduces themselves in 2 minutes. Cover these four points: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4114800" cy="1371600"/>
          </a:xfrm>
          <a:prstGeom prst="rect">
            <a:avLst/>
          </a:prstGeom>
          <a:solidFill>
            <a:srgbClr val="E0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97280" y="178308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where you're from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600200"/>
            <a:ext cx="4114800" cy="1371600"/>
          </a:xfrm>
          <a:prstGeom prst="rect">
            <a:avLst/>
          </a:prstGeom>
          <a:solidFill>
            <a:srgbClr val="E0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93776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486400" y="178308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background or field of study/work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3108960"/>
            <a:ext cx="4114800" cy="1371600"/>
          </a:xfrm>
          <a:prstGeom prst="rect">
            <a:avLst/>
          </a:prstGeom>
          <a:solidFill>
            <a:srgbClr val="E0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48640" y="3246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097280" y="329184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skill you're bringing to this bootcamp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3108960"/>
            <a:ext cx="4114800" cy="1371600"/>
          </a:xfrm>
          <a:prstGeom prst="rect">
            <a:avLst/>
          </a:prstGeom>
          <a:solidFill>
            <a:srgbClr val="E0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937760" y="3246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486400" y="329184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you hope to learn or create here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 ASSESSMENT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we work — DISC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 is a simple behavioural model that describes four working styles. There is no right or wrong type — each brings distinct strengths to a team.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4023360" cy="13716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640080" cy="13716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11480" y="20116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143000" y="1856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22585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Direct, results-driven, decisive. Thrives on challenges and action.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691640"/>
            <a:ext cx="4023360" cy="13716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640080" cy="13716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709160" y="20116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40680" y="1856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Influential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40680" y="22585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Enthusiastic, collaborative, persuasive. Thrives on connection.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200400"/>
            <a:ext cx="4023360" cy="13716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65760" y="3200400"/>
            <a:ext cx="640080" cy="137160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11480" y="35204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143000" y="3364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37673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Patient, reliable, empathetic. Thrives on consistency and support.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3200400"/>
            <a:ext cx="4023360" cy="13716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663440" y="3200400"/>
            <a:ext cx="640080" cy="137160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709160" y="35204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40680" y="3364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Conscientious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40680" y="37673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Analytical, precise, detail-oriented. Thrives on accuracy.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the assessment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link below (or use the printed sheets) and complete the assessment.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8229600" cy="62179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94360" y="1554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600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statement and rate how well it describes you: 1 (not at all) to 5 (very much so)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8229600" cy="62179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94360" y="230428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35000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instinctively — there are no correct or incorrect answers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008376"/>
            <a:ext cx="8229600" cy="62179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94360" y="3054096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3099816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how you behave at work or in group settings, not how you wish you behaved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758184"/>
            <a:ext cx="8229600" cy="62179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94360" y="3803904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384962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all 24 statements (approx. 12–15 minutes)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15 minutes — the facilitator will give you a 5-minute warning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profile means for your team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profiles create stronger teams. Here's what each type contributes to a digital campaign project: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285292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— Dominant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Drives the project forward, makes fast decisions under pressure, owns deadlines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— Influential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Champions ideas, builds energy within the team, connects with audiences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— Steady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the team cohesive, spots risks early, ensures nothing falls through the cracks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Conscientious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Ensures quality, checks details, documents decisions and 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01600" marB="1016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90B9F9-8372-2E05-C86E-A1B27B100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35D0FA-95F5-B9DB-B584-CAB26D3A3D00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2AD5E5-3B77-5710-711F-9B7BC5A00A16}"/>
              </a:ext>
            </a:extLst>
          </p:cNvPr>
          <p:cNvSpPr/>
          <p:nvPr/>
        </p:nvSpPr>
        <p:spPr>
          <a:xfrm>
            <a:off x="365760" y="109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D966574-C2EC-B70B-FC45-32011949C85C}"/>
              </a:ext>
            </a:extLst>
          </p:cNvPr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bg1"/>
                </a:solidFill>
              </a:rPr>
              <a:t>16 Personalities Test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C73A09-522D-EEF9-2F2D-7F2461CE63EF}"/>
              </a:ext>
            </a:extLst>
          </p:cNvPr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16 personalities test and report and read more about your personality</a:t>
            </a:r>
            <a:endParaRPr lang="en-US" sz="13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13C2D1-F240-5C97-45E5-549A7B4183A7}"/>
              </a:ext>
            </a:extLst>
          </p:cNvPr>
          <p:cNvSpPr txBox="1"/>
          <p:nvPr/>
        </p:nvSpPr>
        <p:spPr>
          <a:xfrm>
            <a:off x="220980" y="477416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https://www.16personalities.com/</a:t>
            </a:r>
          </a:p>
        </p:txBody>
      </p:sp>
      <p:pic>
        <p:nvPicPr>
          <p:cNvPr id="9" name="Picture 8" descr="16 Personalities | Developer Experience Knowledge Base">
            <a:extLst>
              <a:ext uri="{FF2B5EF4-FFF2-40B4-BE49-F238E27FC236}">
                <a16:creationId xmlns:a16="http://schemas.microsoft.com/office/drawing/2014/main" id="{2589AE58-D362-4666-87F5-982108C30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0560" y="1622728"/>
            <a:ext cx="3060000" cy="30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54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profile wall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profile card stays visible throughout the entire bootcamp.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4023360" cy="1417320"/>
          </a:xfrm>
          <a:prstGeom prst="rect">
            <a:avLst/>
          </a:prstGeom>
          <a:solidFill>
            <a:srgbClr val="E0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402336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02920" y="15361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&amp; background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029968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everyone knows who you are at a glance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4023360" cy="1417320"/>
          </a:xfrm>
          <a:prstGeom prst="rect">
            <a:avLst/>
          </a:prstGeom>
          <a:solidFill>
            <a:srgbClr val="E0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663440" y="1463040"/>
            <a:ext cx="402336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800600" y="15361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DISC type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029968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teams can balance profiles when forming groups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063240"/>
            <a:ext cx="4023360" cy="1417320"/>
          </a:xfrm>
          <a:prstGeom prst="rect">
            <a:avLst/>
          </a:prstGeom>
          <a:solidFill>
            <a:srgbClr val="E0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65760" y="3063240"/>
            <a:ext cx="402336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02920" y="31363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top skill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3630168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can match skills to component needs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063240"/>
            <a:ext cx="4023360" cy="1417320"/>
          </a:xfrm>
          <a:prstGeom prst="rect">
            <a:avLst/>
          </a:prstGeom>
          <a:solidFill>
            <a:srgbClr val="E0F5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663440" y="3063240"/>
            <a:ext cx="402336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800600" y="31363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learning goal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3630168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you can check in with yourself on Day 5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next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19202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Building Activity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Team Formation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7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Session 2 — This afternoon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604</Words>
  <Application>Microsoft Office PowerPoint</Application>
  <PresentationFormat>On-screen Show (16:9)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Glasno o novcu – Day 1 Session 1</dc:title>
  <dc:subject>PptxGenJS Presentation</dc:subject>
  <dc:creator>PptxGenJS</dc:creator>
  <cp:lastModifiedBy>Basel Barakat</cp:lastModifiedBy>
  <cp:revision>2</cp:revision>
  <dcterms:created xsi:type="dcterms:W3CDTF">2026-05-14T08:37:33Z</dcterms:created>
  <dcterms:modified xsi:type="dcterms:W3CDTF">2026-05-18T06:29:25Z</dcterms:modified>
</cp:coreProperties>
</file>