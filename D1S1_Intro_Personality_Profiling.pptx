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GLASNO O NOVCU BOOTCAMP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Glasno o novcu Bootcamp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Session 1 — Introductions &amp; Personality Profiling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here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of the most underdeveloped life skills in our region — and one of the most needed.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841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73152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1214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campaign that makes personal finance accessible, engaging, and real.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841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697480"/>
            <a:ext cx="73152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30815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"Glasno o novcu" — a hub for education, interactive tools, and community.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841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657600"/>
            <a:ext cx="73152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bootcamp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40416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to understand the problem, form teams, and build real campaign components.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SESSION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Self-introductions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shares their name, background, and one skill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33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7784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bootcamp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5-day structure and project components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677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assessment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DISC-style test (approx. 15 minutes)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677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debrief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maps profiles and opens group discussion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021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profile wall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card stays up for the whole bootcamp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2-minute 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introduces themselves in 2 minutes. Cover these four points: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114800" cy="13716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and where you're from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114800" cy="13716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0" y="17830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background or field of study/work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114800" cy="13716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you're bringing to this bootcamp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108960"/>
            <a:ext cx="4114800" cy="137160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86400" y="32918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you hope to learn or create here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we work — DISC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is a simple behavioural model that describes four working styles. There is no right or wrong type — each brings distinct strengths to a team.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02336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691640"/>
            <a:ext cx="640080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2585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results-driven, decisive. Thrives on challenges and action.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691640"/>
            <a:ext cx="640080" cy="1371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4068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Influential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2585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Enthusiastic, collaborative, persuasive. Thrives on connection.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02336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200400"/>
            <a:ext cx="640080" cy="1371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520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43000" y="3364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7673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reliable, empathetic. Thrives on consistency and support.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402336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3200400"/>
            <a:ext cx="640080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520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40680" y="3364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Conscientious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37673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Analytical, precise, detail-oriented. Thrives on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assessment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 below (or use the printed sheets) and complete the assessment.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6217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statement and rate how well it describes you: 1 (not at all) to 5 (very much so)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8229600" cy="6217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042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500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instinctively — there are no correct or incorrect answers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8229600" cy="6217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540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0998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how you behave at work or in group settings, not how you wish you behaved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58184"/>
            <a:ext cx="8229600" cy="6217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0390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8496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24 statements (approx. 12–15 minutes)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15 minutes — the facilitator will give you a 5-minute warning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profile means for your team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profiles create stronger teams. Here's what each type contributes to a digital campaign project: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Dominant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the project forward, makes fast decisions under pressure, owns deadlines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— Influential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Champions ideas, builds energy within the team, connects with audiences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— Steady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the team cohesive, spots risks early, ensures nothing falls through the cracks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Conscientious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Ensures quality, checks details, documents decisions and processes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profile wall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card stays visible throughout the entire bootcamp.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141732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background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everyone knows who you are at a glance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41732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46304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DISC type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0299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teams can balance profiles when forming groups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023360" cy="141732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06324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36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top skill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6301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 match skills to component needs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023360" cy="1417320"/>
          </a:xfrm>
          <a:prstGeom prst="rect">
            <a:avLst/>
          </a:prstGeom>
          <a:solidFill>
            <a:srgbClr val="E0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306324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136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learning goal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6301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can check in with yourself on Day 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Building Activity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Team Formation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Session 2 — This afternoon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Glasno o novcu – Day 1 Session 1</dc:title>
  <dc:subject>PptxGenJS Presentation</dc:subject>
  <dc:creator>PptxGenJS</dc:creator>
  <cp:lastModifiedBy>PptxGenJS</cp:lastModifiedBy>
  <cp:revision>1</cp:revision>
  <dcterms:created xsi:type="dcterms:W3CDTF">2026-05-14T08:37:33Z</dcterms:created>
  <dcterms:modified xsi:type="dcterms:W3CDTF">2026-05-14T08:37:33Z</dcterms:modified>
</cp:coreProperties>
</file>